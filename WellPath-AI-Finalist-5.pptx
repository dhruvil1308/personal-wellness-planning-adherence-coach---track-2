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3DC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417320" y="56692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&amp; USER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89888" y="80467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plan is not the problem. The loop is.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58368" y="6272784"/>
            <a:ext cx="502920" cy="32004"/>
          </a:xfrm>
          <a:prstGeom prst="rect">
            <a:avLst/>
          </a:prstGeom>
          <a:solidFill>
            <a:srgbClr val="1F6F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6144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WellPath AI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1627632"/>
            <a:ext cx="3703320" cy="411480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1920240"/>
            <a:ext cx="749808" cy="749808"/>
          </a:xfrm>
          <a:prstGeom prst="ellipse">
            <a:avLst/>
          </a:prstGeom>
          <a:solidFill>
            <a:srgbClr val="E8F2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084832"/>
            <a:ext cx="7498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7980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Aarav, 31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0120" y="3182112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 job · vegetarian · mild knee pain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minutes free a day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3913632"/>
            <a:ext cx="3108960" cy="18288"/>
          </a:xfrm>
          <a:prstGeom prst="rect">
            <a:avLst/>
          </a:prstGeom>
          <a:solidFill>
            <a:srgbClr val="E4E8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1148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i="1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 know what to do.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i="1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just don't do it.”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60120" y="5074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 has had four plans. None survived week two.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1627632"/>
            <a:ext cx="6858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01184" y="1901952"/>
            <a:ext cx="45720" cy="365760"/>
          </a:xfrm>
          <a:prstGeom prst="roundRect">
            <a:avLst>
              <a:gd name="adj" fmla="val 1000000"/>
            </a:avLst>
          </a:prstGeom>
          <a:solidFill>
            <a:srgbClr val="C270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181051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plan ignores him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38928" y="2130552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Schedule, cuisine, allergies, a bad knee — none of it reaches a generic plan.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688336"/>
            <a:ext cx="6858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01184" y="2962656"/>
            <a:ext cx="45720" cy="365760"/>
          </a:xfrm>
          <a:prstGeom prst="roundRect">
            <a:avLst>
              <a:gd name="adj" fmla="val 1000000"/>
            </a:avLst>
          </a:prstGeom>
          <a:solidFill>
            <a:srgbClr val="2B7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28" y="2871216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is recorded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38928" y="3191256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log of what was eaten, drunk or skipped. No honest signal to act 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3749040"/>
            <a:ext cx="6858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01184" y="4023360"/>
            <a:ext cx="45720" cy="365760"/>
          </a:xfrm>
          <a:prstGeom prst="roundRect">
            <a:avLst>
              <a:gd name="adj" fmla="val 1000000"/>
            </a:avLst>
          </a:prstGeom>
          <a:solidFill>
            <a:srgbClr val="9C3F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39319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adapts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38928" y="425196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6 a.m. workout he has skipped four times is on the plan again tomorrow.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63440" y="4809744"/>
            <a:ext cx="6858000" cy="932688"/>
          </a:xfrm>
          <a:prstGeom prst="roundRect">
            <a:avLst>
              <a:gd name="adj" fmla="val 7843"/>
            </a:avLst>
          </a:prstGeom>
          <a:solidFill>
            <a:srgbClr val="0F3D28"/>
          </a:solidFill>
          <a:ln w="12700">
            <a:solidFill>
              <a:srgbClr val="0F3D28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83480" y="51389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Adherence is the product. The plan is just the input.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3DC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417320" y="56692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APPROACH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89888" y="80467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reads the record, not just the profile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58368" y="6272784"/>
            <a:ext cx="502920" cy="32004"/>
          </a:xfrm>
          <a:prstGeom prst="rect">
            <a:avLst/>
          </a:prstGeom>
          <a:solidFill>
            <a:srgbClr val="1F6F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6144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WellPath AI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1627632"/>
            <a:ext cx="35661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1828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goes 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50976" y="2295144"/>
            <a:ext cx="82296" cy="82296"/>
          </a:xfrm>
          <a:prstGeom prst="ellipse">
            <a:avLst/>
          </a:prstGeom>
          <a:solidFill>
            <a:srgbClr val="6B7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212848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— diet, allergies, limits, free minutes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950976" y="2770632"/>
            <a:ext cx="82296" cy="82296"/>
          </a:xfrm>
          <a:prstGeom prst="ellipse">
            <a:avLst/>
          </a:prstGeom>
          <a:solidFill>
            <a:srgbClr val="6B7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688336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Item-by-item check-in record, last 3 days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950976" y="3246120"/>
            <a:ext cx="82296" cy="82296"/>
          </a:xfrm>
          <a:prstGeom prst="ellipse">
            <a:avLst/>
          </a:prstGeom>
          <a:solidFill>
            <a:srgbClr val="6B7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3163824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Skip notes in the user's own words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950976" y="3721608"/>
            <a:ext cx="82296" cy="82296"/>
          </a:xfrm>
          <a:prstGeom prst="ellipse">
            <a:avLst/>
          </a:prstGeom>
          <a:solidFill>
            <a:srgbClr val="6B7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1288" y="3639312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Energy · difficulty · hunger ratings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498848" y="1627632"/>
            <a:ext cx="35661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73168" y="1828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must come out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91456" y="2295144"/>
            <a:ext cx="82296" cy="82296"/>
          </a:xfrm>
          <a:prstGeom prst="ellipse">
            <a:avLst/>
          </a:prstGeom>
          <a:solidFill>
            <a:srgbClr val="1F6F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1768" y="2212848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why on every single item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4791456" y="2770632"/>
            <a:ext cx="82296" cy="82296"/>
          </a:xfrm>
          <a:prstGeom prst="ellipse">
            <a:avLst/>
          </a:prstGeom>
          <a:solidFill>
            <a:srgbClr val="1F6F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1768" y="2688336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rationale for the whole day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791456" y="3246120"/>
            <a:ext cx="82296" cy="82296"/>
          </a:xfrm>
          <a:prstGeom prst="ellipse">
            <a:avLst/>
          </a:prstGeom>
          <a:solidFill>
            <a:srgbClr val="1F6F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3163824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adjustmentNote naming the change AND its evidence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791456" y="3721608"/>
            <a:ext cx="82296" cy="82296"/>
          </a:xfrm>
          <a:prstGeom prst="ellipse">
            <a:avLst/>
          </a:prstGeom>
          <a:solidFill>
            <a:srgbClr val="1F6F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3639312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re-issue a missed item unchanged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4315968" y="2798064"/>
            <a:ext cx="329184" cy="182880"/>
          </a:xfrm>
          <a:prstGeom prst="rightArrow">
            <a:avLst/>
          </a:prstGeom>
          <a:solidFill>
            <a:srgbClr val="1F6F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39328" y="1627632"/>
            <a:ext cx="3200400" cy="2606040"/>
          </a:xfrm>
          <a:prstGeom prst="roundRect">
            <a:avLst>
              <a:gd name="adj" fmla="val 2807"/>
            </a:avLst>
          </a:prstGeom>
          <a:solidFill>
            <a:srgbClr val="E8F2EC"/>
          </a:solidFill>
          <a:ln w="12700">
            <a:solidFill>
              <a:srgbClr val="C8DED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13648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a blank day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13648" y="221284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6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823960" y="221284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2F6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Zod-validated JSON, corrective retry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8613648" y="268833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6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823960" y="268833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2F6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allergen gate over every meal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8613648" y="316382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6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23960" y="316382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2F6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Rule-based planner takes over on any failure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8613648" y="36393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6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823960" y="363931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2F6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Adherence is computed, never generated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658368" y="4443984"/>
            <a:ext cx="10881360" cy="1298448"/>
          </a:xfrm>
          <a:prstGeom prst="roundRect">
            <a:avLst>
              <a:gd name="adj" fmla="val 5634"/>
            </a:avLst>
          </a:prstGeom>
          <a:solidFill>
            <a:srgbClr val="17211C"/>
          </a:solidFill>
          <a:ln w="12700">
            <a:solidFill>
              <a:srgbClr val="17211C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60120" y="46177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FC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OUTPUT  ·  plan.adjustmentNote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60120" y="4919472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“Moved your workout from 08:00 to 19:00 — you skipped it on both mornings but noted evenings after 7 would work better.”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3DC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417320" y="56692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89888" y="80467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clicks, three proof points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58368" y="6272784"/>
            <a:ext cx="502920" cy="32004"/>
          </a:xfrm>
          <a:prstGeom prst="rect">
            <a:avLst/>
          </a:prstGeom>
          <a:solidFill>
            <a:srgbClr val="1F6F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6144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WellPath AI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1627632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2688" y="1874520"/>
            <a:ext cx="457200" cy="457200"/>
          </a:xfrm>
          <a:prstGeom prst="ellipse">
            <a:avLst/>
          </a:prstGeom>
          <a:solidFill>
            <a:srgbClr val="1F6F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975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48716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→ plan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32688" y="285292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with a mobile, fill the profile, generate.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32688" y="3401568"/>
            <a:ext cx="2834640" cy="18288"/>
          </a:xfrm>
          <a:prstGeom prst="rect">
            <a:avLst/>
          </a:prstGeom>
          <a:solidFill>
            <a:srgbClr val="E4E8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529584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6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 day of meals, hydration and movement — every item with a Why this? line.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34256" y="1627632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1874520"/>
            <a:ext cx="457200" cy="457200"/>
          </a:xfrm>
          <a:prstGeom prst="ellipse">
            <a:avLst/>
          </a:prstGeom>
          <a:solidFill>
            <a:srgbClr val="C270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1975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08576" y="248716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 → adapt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608576" y="285292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Skip the workout, leave a note, generate tomorrow.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08576" y="3401568"/>
            <a:ext cx="2834640" cy="18288"/>
          </a:xfrm>
          <a:prstGeom prst="rect">
            <a:avLst/>
          </a:prstGeom>
          <a:solidFill>
            <a:srgbClr val="E4E8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3529584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27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green What changed block names the miss and moves the item.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10144" y="1627632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84464" y="1874520"/>
            <a:ext cx="457200" cy="457200"/>
          </a:xfrm>
          <a:prstGeom prst="ellipse">
            <a:avLst/>
          </a:prstGeom>
          <a:solidFill>
            <a:srgbClr val="2B7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84464" y="1975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84464" y="248716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→ phone rings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284464" y="285292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Reminder calls on, then Call now.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84464" y="3401568"/>
            <a:ext cx="2834640" cy="18288"/>
          </a:xfrm>
          <a:prstGeom prst="rect">
            <a:avLst/>
          </a:prstGeom>
          <a:solidFill>
            <a:srgbClr val="E4E8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84464" y="3529584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7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seconds of silence, then the Gujarati reminder, then it hangs up.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" y="4517136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4400" y="4754880"/>
            <a:ext cx="45720" cy="731520"/>
          </a:xfrm>
          <a:prstGeom prst="roundRect">
            <a:avLst>
              <a:gd name="adj" fmla="val 1000000"/>
            </a:avLst>
          </a:prstGeom>
          <a:solidFill>
            <a:srgbClr val="9A6A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52144" y="471830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the plan will not simply hand itself over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152144" y="5047488"/>
            <a:ext cx="10149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new day is only generated once the previous day reaches 70% completion. Below that the day is locked, the shortfall is shown, and the score is live — finish the day and it unlocks itself.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3DC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417320" y="56692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89888" y="80467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process, one file, three services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58368" y="6272784"/>
            <a:ext cx="502920" cy="32004"/>
          </a:xfrm>
          <a:prstGeom prst="rect">
            <a:avLst/>
          </a:prstGeom>
          <a:solidFill>
            <a:srgbClr val="1F6F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6144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WellPath AI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186537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F6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1627632"/>
            <a:ext cx="22128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84832" y="1828800"/>
            <a:ext cx="41148" cy="292608"/>
          </a:xfrm>
          <a:prstGeom prst="roundRect">
            <a:avLst>
              <a:gd name="adj" fmla="val 1111111"/>
            </a:avLst>
          </a:prstGeom>
          <a:solidFill>
            <a:srgbClr val="1F6F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9424" y="1865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16 · React 19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1627632"/>
            <a:ext cx="22128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62272" y="1828800"/>
            <a:ext cx="41148" cy="292608"/>
          </a:xfrm>
          <a:prstGeom prst="roundRect">
            <a:avLst>
              <a:gd name="adj" fmla="val 1111111"/>
            </a:avLst>
          </a:prstGeom>
          <a:solidFill>
            <a:srgbClr val="1F6F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865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components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75120" y="1627632"/>
            <a:ext cx="22128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39712" y="1828800"/>
            <a:ext cx="41148" cy="292608"/>
          </a:xfrm>
          <a:prstGeom prst="roundRect">
            <a:avLst>
              <a:gd name="adj" fmla="val 1111111"/>
            </a:avLst>
          </a:prstGeom>
          <a:solidFill>
            <a:srgbClr val="1F6F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04304" y="1865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v4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" y="272491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B7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20240" y="2487168"/>
            <a:ext cx="22128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84832" y="2688336"/>
            <a:ext cx="41148" cy="292608"/>
          </a:xfrm>
          <a:prstGeom prst="roundRect">
            <a:avLst>
              <a:gd name="adj" fmla="val 1111111"/>
            </a:avLst>
          </a:prstGeom>
          <a:solidFill>
            <a:srgbClr val="2B7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49424" y="2724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handlers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0" y="2487168"/>
            <a:ext cx="22128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62272" y="2688336"/>
            <a:ext cx="41148" cy="292608"/>
          </a:xfrm>
          <a:prstGeom prst="roundRect">
            <a:avLst>
              <a:gd name="adj" fmla="val 1111111"/>
            </a:avLst>
          </a:prstGeom>
          <a:solidFill>
            <a:srgbClr val="2B7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2724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scrypt auth + sessions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75120" y="2487168"/>
            <a:ext cx="22128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39712" y="2688336"/>
            <a:ext cx="41148" cy="292608"/>
          </a:xfrm>
          <a:prstGeom prst="roundRect">
            <a:avLst>
              <a:gd name="adj" fmla="val 1111111"/>
            </a:avLst>
          </a:prstGeom>
          <a:solidFill>
            <a:srgbClr val="2B7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04304" y="2724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/telephony webhooks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" y="358444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27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920240" y="3346704"/>
            <a:ext cx="22128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84832" y="3547872"/>
            <a:ext cx="41148" cy="292608"/>
          </a:xfrm>
          <a:prstGeom prst="roundRect">
            <a:avLst>
              <a:gd name="adj" fmla="val 1111111"/>
            </a:avLst>
          </a:prstGeom>
          <a:solidFill>
            <a:srgbClr val="C270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49424" y="3584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adherence.ts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97680" y="3346704"/>
            <a:ext cx="22128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62272" y="3547872"/>
            <a:ext cx="41148" cy="292608"/>
          </a:xfrm>
          <a:prstGeom prst="roundRect">
            <a:avLst>
              <a:gd name="adj" fmla="val 1111111"/>
            </a:avLst>
          </a:prstGeom>
          <a:solidFill>
            <a:srgbClr val="C270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3584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planGate.ts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675120" y="3346704"/>
            <a:ext cx="22128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39712" y="3547872"/>
            <a:ext cx="41148" cy="292608"/>
          </a:xfrm>
          <a:prstGeom prst="roundRect">
            <a:avLst>
              <a:gd name="adj" fmla="val 1111111"/>
            </a:avLst>
          </a:prstGeom>
          <a:solidFill>
            <a:srgbClr val="C270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04304" y="3584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reminder scheduler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58368" y="444398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C3F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920240" y="4206240"/>
            <a:ext cx="22128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084832" y="4407408"/>
            <a:ext cx="41148" cy="292608"/>
          </a:xfrm>
          <a:prstGeom prst="roundRect">
            <a:avLst>
              <a:gd name="adj" fmla="val 1111111"/>
            </a:avLst>
          </a:prstGeom>
          <a:solidFill>
            <a:srgbClr val="9C3F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49424" y="44439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 7 · SQLite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297680" y="4206240"/>
            <a:ext cx="22128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462272" y="4407408"/>
            <a:ext cx="41148" cy="292608"/>
          </a:xfrm>
          <a:prstGeom prst="roundRect">
            <a:avLst>
              <a:gd name="adj" fmla="val 1111111"/>
            </a:avLst>
          </a:prstGeom>
          <a:solidFill>
            <a:srgbClr val="9C3F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26864" y="44439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models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675120" y="4206240"/>
            <a:ext cx="22128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39712" y="4407408"/>
            <a:ext cx="41148" cy="292608"/>
          </a:xfrm>
          <a:prstGeom prst="roundRect">
            <a:avLst>
              <a:gd name="adj" fmla="val 1111111"/>
            </a:avLst>
          </a:prstGeom>
          <a:solidFill>
            <a:srgbClr val="9C3F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04304" y="44439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dev.db on disk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58368" y="519379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920240" y="5029200"/>
            <a:ext cx="3063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103120" y="5230368"/>
            <a:ext cx="41148" cy="347472"/>
          </a:xfrm>
          <a:prstGeom prst="roundRect">
            <a:avLst>
              <a:gd name="adj" fmla="val 1111111"/>
            </a:avLst>
          </a:prstGeom>
          <a:solidFill>
            <a:srgbClr val="1F6F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67712" y="519379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  gpt-4o-mini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267712" y="54132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· summary · coach · Gujarati line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5148072" y="5029200"/>
            <a:ext cx="3063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330952" y="5230368"/>
            <a:ext cx="41148" cy="347472"/>
          </a:xfrm>
          <a:prstGeom prst="roundRect">
            <a:avLst>
              <a:gd name="adj" fmla="val 1111111"/>
            </a:avLst>
          </a:prstGeom>
          <a:solidFill>
            <a:srgbClr val="2B7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95544" y="519379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Sarvam  bulbul:v3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495544" y="54132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Gujarati speech at 8 kHz, telephony-native</a:t>
            </a:r>
            <a:endParaRPr lang="en-US" sz="920" dirty="0"/>
          </a:p>
        </p:txBody>
      </p:sp>
      <p:sp>
        <p:nvSpPr>
          <p:cNvPr id="56" name="Shape 54"/>
          <p:cNvSpPr/>
          <p:nvPr/>
        </p:nvSpPr>
        <p:spPr>
          <a:xfrm>
            <a:off x="8375904" y="5029200"/>
            <a:ext cx="3063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8558784" y="5230368"/>
            <a:ext cx="41148" cy="347472"/>
          </a:xfrm>
          <a:prstGeom prst="roundRect">
            <a:avLst>
              <a:gd name="adj" fmla="val 1111111"/>
            </a:avLst>
          </a:prstGeom>
          <a:solidFill>
            <a:srgbClr val="9C3F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23376" y="519379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Vobiz  Voice API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723376" y="54132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outbound call · XML · ngrok in dev</a:t>
            </a:r>
            <a:endParaRPr lang="en-US" sz="920" dirty="0"/>
          </a:p>
        </p:txBody>
      </p:sp>
      <p:sp>
        <p:nvSpPr>
          <p:cNvPr id="60" name="Text 58"/>
          <p:cNvSpPr/>
          <p:nvPr/>
        </p:nvSpPr>
        <p:spPr>
          <a:xfrm>
            <a:off x="1920240" y="594360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one of the three has a fallback. None of them can produce a blank day.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3DC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417320" y="56692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&amp; LIMITS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89888" y="80467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changes — and what it deliberately will not do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58368" y="6272784"/>
            <a:ext cx="502920" cy="32004"/>
          </a:xfrm>
          <a:prstGeom prst="rect">
            <a:avLst/>
          </a:prstGeom>
          <a:solidFill>
            <a:srgbClr val="1F6F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6144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WellPath AI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162763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F6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938528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208483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Reaches people an app cannot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2359152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Gujarati voice call lands with users who will never open an English wellness app twice a day.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58368" y="2980944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32688" y="312724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Turns a miss into information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340156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skipped item is evidence that rewrites tomorrow, not a red mark on a streak.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58368" y="40233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2688" y="416966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Explains every number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" y="4443984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Adherence is computed from check-in rows, so the score on screen is the score the AI reasons over.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345936" y="162763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A6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45936" y="1938528"/>
            <a:ext cx="51937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20256" y="208483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medical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0256" y="235915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diagnosis, no medication, no symptom reading. Red-flag input is blocked before it reaches the model.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345936" y="2980944"/>
            <a:ext cx="51937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0256" y="312724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device today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0256" y="3401568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on disk, one process. Fine for a demo, not yet for scale.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345936" y="4023360"/>
            <a:ext cx="51937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8E2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20256" y="416966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21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Calls need a tunnel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20256" y="4443984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6B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Vobiz must reach a public https URL; on a laptop that is ngrok.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58368" y="513892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0F3D28"/>
          </a:solidFill>
          <a:ln w="12700">
            <a:solidFill>
              <a:srgbClr val="0F3D28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60120" y="5358384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 wellness only — it never claims to replace a qualified professional.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680960" y="5376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C7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github.com/Dhruvil1308/Personal-Wellness-Planning-Adherence-Coach---Track-2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Hack The Stack — August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WellPath AI — Finalist Presentation</dc:title>
  <dc:subject>PptxGenJS Presentation</dc:subject>
  <dc:creator>PptxGenJS</dc:creator>
  <cp:lastModifiedBy>PptxGenJS</cp:lastModifiedBy>
  <cp:revision>1</cp:revision>
  <dcterms:created xsi:type="dcterms:W3CDTF">2026-08-08T10:21:54Z</dcterms:created>
  <dcterms:modified xsi:type="dcterms:W3CDTF">2026-08-08T10:21:54Z</dcterms:modified>
</cp:coreProperties>
</file>